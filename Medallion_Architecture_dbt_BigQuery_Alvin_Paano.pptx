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Upgrading to a Scalable Medallion Architecture</a:t>
            </a:r>
          </a:p>
          <a:p>
            <a:r>
              <a:t>with dbt &amp; BigQuery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Data Platform Modernization</a:t>
            </a:r>
          </a:p>
          <a:p>
            <a:r>
              <a:t>Alvin Delos Santos Paano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Legacy Challenges (The 'Before')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Waste: Full table rebuilds daily (e.g., fct_daily_player_kpi) burning BigQuery credits.</a:t>
            </a:r>
          </a:p>
          <a:p>
            <a:pPr/>
            <a:r>
              <a:t>Historical Erasure: Destructive updates meant dimensional history (e.g., Player Tier changes) was lost, skewing financial reporting.</a:t>
            </a:r>
          </a:p>
          <a:p>
            <a:pPr/>
            <a:r>
              <a:t>Lack of Isolation: Staging, transformation, and business logic were tangled, making CI/CD and automated testing dangerous and difficult.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Target Architecture (The 'After')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Bronze (Raw): Append-only staging area.</a:t>
            </a:r>
          </a:p>
          <a:p>
            <a:pPr/>
            <a:r>
              <a:t>Silver (Base &amp; Cleansed): Conformed dimensions with SCD Type 2 tracking, and incremental fact tables partitioned by date.</a:t>
            </a:r>
          </a:p>
          <a:p>
            <a:pPr/>
            <a:r>
              <a:t>Gold (Business &amp; Marts): Aggregated, analytics-ready tables optimized for BI tools and executive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Engineering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Naming Macros: Overrode default dbt behavior (generate_schema_name) to enforce a strict 1:1 mapping between dbt layers and BigQuery datasets (silver, gold).</a:t>
            </a:r>
          </a:p>
          <a:p>
            <a:pPr/>
            <a:r>
              <a:t>SCD Type 2 (Snapshots): Abstracted complex temporal logic into dbt snapshots to track Player Tier and Identity changes without manual SQL MERGE statements.</a:t>
            </a:r>
          </a:p>
          <a:p>
            <a:pPr/>
            <a:r>
              <a:t>Data Quality Gates: Deployed schema tests and custom logical tests (assert_player_scd2_valid_dates) to block corrupted data from reaching the Gold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&amp; Cost Optimization (The 'Wow' Factor)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Slim CI Validation: GitHub Actions triggers on Pull Requests, utilizing state:modified+ to only build and test changed models against a temporary PR dataset.</a:t>
            </a:r>
          </a:p>
          <a:p>
            <a:pPr/>
            <a:r>
              <a:t>Incremental Processing: Converted fct_ratings to an incremental model using BigQuery timestamp partitioning.</a:t>
            </a:r>
          </a:p>
          <a:p>
            <a:pPr/>
            <a:r>
              <a:t>The ROI: Reduced daily ETL compute scan from 100% of historical data to &lt;5% (processing only net-new daily records).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/ Proof of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Proof 1 (The Snapshot): BigQuery output of a player with two rows—proving the is_current flag gracefully handled a Tier upgrade.</a:t>
            </a:r>
          </a:p>
          <a:p>
            <a:pPr/>
            <a:r>
              <a:t>Proof 2 (The Incremental Build): Terminal log highlighting [CREATE TABLE] on day one, and [MERGE] on day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